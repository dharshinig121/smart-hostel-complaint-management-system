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3000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914400"/>
            <a:ext cx="10908792" cy="3657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355080"/>
            <a:ext cx="10908792" cy="182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1"/>
                </a:solidFill>
              </a:rPr>
              <a:t>Project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0" y="640080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Department of Computer Science and Engineering</a:t>
            </a:r>
            <a:endParaRPr lang="en-US" sz="1200" dirty="0"/>
          </a:p>
        </p:txBody>
      </p:sp>
      <p:sp>
        <p:nvSpPr>
          <p:cNvPr id="6" name="Text 4"/>
          <p:cNvSpPr>
            <a:spLocks noGrp="1"/>
          </p:cNvSpPr>
          <p:nvPr>
            <p:ph type="title" idx="104" hasCustomPrompt="1"/>
          </p:nvPr>
        </p:nvSpPr>
        <p:spPr>
          <a:xfrm>
            <a:off x="640080" y="274320"/>
            <a:ext cx="10908792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400800"/>
            <a:ext cx="75895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400800"/>
            <a:ext cx="75895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lleg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"/>
            <a:ext cx="3108960" cy="1005840"/>
          </a:xfrm>
          <a:prstGeom prst="rect">
            <a:avLst/>
          </a:prstGeom>
        </p:spPr>
      </p:pic>
      <p:pic>
        <p:nvPicPr>
          <p:cNvPr id="3" name="Image 1" descr="25 years bad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9920" y="274320"/>
            <a:ext cx="822960" cy="9418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1417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/>
                </a:solidFill>
              </a:rPr>
              <a:t>DEPARTMENT OF COMPUTER SCIENCE AND ENGINEERING</a:t>
            </a:r>
            <a:endParaRPr lang="en-US" sz="2700" dirty="0"/>
          </a:p>
        </p:txBody>
      </p:sp>
      <p:sp>
        <p:nvSpPr>
          <p:cNvPr id="5" name="Shape 1"/>
          <p:cNvSpPr/>
          <p:nvPr/>
        </p:nvSpPr>
        <p:spPr>
          <a:xfrm>
            <a:off x="640080" y="2057400"/>
            <a:ext cx="10908792" cy="5486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640079" y="2377440"/>
            <a:ext cx="111867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</a:rPr>
              <a:t>SMART HOSTEL COMPLAINT MANAGEMENT SYSTEM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36576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2112264"/>
            <a:ext cx="8503920" cy="2062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                                                           WEB PROGRAMMING COURSE PROJECT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3749040" y="3429000"/>
            <a:ext cx="3686929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[</a:t>
            </a:r>
            <a:r>
              <a:rPr lang="en-US" b="1" dirty="0">
                <a:solidFill>
                  <a:schemeClr val="tx2"/>
                </a:solidFill>
              </a:rPr>
              <a:t>DHARSHINI G</a:t>
            </a:r>
            <a:r>
              <a:rPr lang="en-US" sz="1800" b="1" dirty="0">
                <a:solidFill>
                  <a:schemeClr val="tx2"/>
                </a:solidFill>
              </a:rPr>
              <a:t>]  |  </a:t>
            </a:r>
            <a:r>
              <a:rPr lang="en-US" b="1" dirty="0">
                <a:solidFill>
                  <a:schemeClr val="tx2"/>
                </a:solidFill>
              </a:rPr>
              <a:t>[240701121</a:t>
            </a:r>
            <a:r>
              <a:rPr lang="en-US" sz="1800" b="1" dirty="0">
                <a:solidFill>
                  <a:schemeClr val="tx2"/>
                </a:solidFill>
              </a:rPr>
              <a:t>]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3485072" y="4230050"/>
            <a:ext cx="7304847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III YEAR – COMPUTER SCIENCE &amp; ENGINEERING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>
            <a:spLocks noGrp="1"/>
          </p:cNvSpPr>
          <p:nvPr>
            <p:ph type="title" idx="104" hasCustomPrompt="1"/>
          </p:nvPr>
        </p:nvSpPr>
        <p:spPr>
          <a:xfrm>
            <a:off x="640080" y="274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tx2"/>
                </a:solidFill>
              </a:rPr>
              <a:t>PROBLEM STATEMENT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83831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Hostel complaint handling is manual and scattered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0879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Students rely on paper registers, verbal requests or messages to report issues like water, electricity, cleaning and Wi-Fi.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Wardens and admins have no single place to view, prioritise and assign complaints.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Students cannot easily track the status of their complaint or see the admin's remarks.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Reports and statistics on complaint trends are hard to produce.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/>
              <a:t>No accountability or transparency</a:t>
            </a:r>
            <a:r>
              <a:rPr lang="en-IN" sz="1500" b="1" dirty="0"/>
              <a:t>:</a:t>
            </a:r>
            <a:r>
              <a:rPr lang="en-IN" sz="1500" dirty="0"/>
              <a:t> there is no record of who handled a complaint or how long it took, so students often have to follow up repeatedly.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/>
              <a:t>No priority system</a:t>
            </a:r>
            <a:r>
              <a:rPr lang="en-IN" sz="1500" b="1" dirty="0"/>
              <a:t>:</a:t>
            </a:r>
            <a:r>
              <a:rPr lang="en-IN" sz="1500" dirty="0"/>
              <a:t> urgent problems such as water leakage, electrical faults or safety issues get mixed in with minor ones, so critical complaints are delayed.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/>
              <a:t>Delays and lost complaints</a:t>
            </a:r>
            <a:r>
              <a:rPr lang="en-IN" sz="1500" b="1" dirty="0"/>
              <a:t>:</a:t>
            </a:r>
            <a:r>
              <a:rPr lang="en-IN" sz="1500" dirty="0"/>
              <a:t> paper registers and verbal requests are easily misplaced, forgotten or never reach the warden, so issues stay unresolved for days.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/>
              <a:t>Lack of data for decisions: without digital records, administrators cannot see repeated issues or find which hostel blocks or complaint types need attention.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761117" y="4963639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400800"/>
            <a:ext cx="75895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>
            <a:spLocks noGrp="1"/>
          </p:cNvSpPr>
          <p:nvPr>
            <p:ph type="title" idx="104" hasCustomPrompt="1"/>
          </p:nvPr>
        </p:nvSpPr>
        <p:spPr>
          <a:xfrm>
            <a:off x="640080" y="274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tx2"/>
                </a:solidFill>
              </a:rPr>
              <a:t>PROJECT OBJECTIVES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502152" cy="210312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371600"/>
            <a:ext cx="82296" cy="21031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46304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1. Build an interactive web application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40280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Create a responsive interface using HTML5, CSS3 and vanilla JavaScript.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502152" cy="210312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343400" y="1371600"/>
            <a:ext cx="82296" cy="210312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146304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2. Support multiple user roles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240280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Provide dedicated portals for students, admins and the super admin.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0" y="1371600"/>
            <a:ext cx="3502152" cy="210312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046720" y="1371600"/>
            <a:ext cx="82296" cy="210312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75320" y="146304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3. Apply Web Programming concepts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240280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Use forms, DOM manipulation, events, validation and responsive CSS.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487168" y="3749040"/>
            <a:ext cx="3502152" cy="210312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487168" y="3749040"/>
            <a:ext cx="82296" cy="210312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715768" y="384048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4. Centralize complaint workflows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715768" y="4617720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Submit, track, prioritise and resolve hostel complaints with remarks.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90488" y="3749040"/>
            <a:ext cx="3502152" cy="210312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90488" y="3749040"/>
            <a:ext cx="82296" cy="21031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9088" y="384048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5. Demonstrate a complete system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4617720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Connect the frontend to Node.js/Express and a MySQL database.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400800"/>
            <a:ext cx="75895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>
            <a:spLocks noGrp="1"/>
          </p:cNvSpPr>
          <p:nvPr>
            <p:ph type="title" idx="104" hasCustomPrompt="1"/>
          </p:nvPr>
        </p:nvSpPr>
        <p:spPr>
          <a:xfrm>
            <a:off x="640080" y="274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tx2"/>
                </a:solidFill>
              </a:rPr>
              <a:t>ABSTRACT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53949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The Smart Hostel Complaint Management System is a full-stack web application that digitises how hostel complaints are reported and resolved. It offers role-based portals for students and administrators. The frontend uses HTML, CSS and vanilla JavaScript with EJS views, while the backend uses Node.js and Express.js with MySQL.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The system supports registration, complaint submission, status tracking, priority and remarks updates, student management, dashboard charts and reports, secured with bcrypt hashing and sessions.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0" y="1280160"/>
            <a:ext cx="5120640" cy="146304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0" y="1280160"/>
            <a:ext cx="82296" cy="14630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29400" y="1371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STUDENT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629400" y="187452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Register • Login • Submit complaints • Track status • Edit profile • Change password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0" y="2926080"/>
            <a:ext cx="5120640" cy="146304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0" y="2926080"/>
            <a:ext cx="82296" cy="14630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9400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ADMIN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35204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Dashboard charts • Manage complaints • Update status, priority &amp; remarks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4572000"/>
            <a:ext cx="5120640" cy="146304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0" y="4572000"/>
            <a:ext cx="82296" cy="14630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29400" y="4663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SUPER ADMIN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516636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Student management • Reports • Full system oversight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400800"/>
            <a:ext cx="75895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>
            <a:spLocks noGrp="1"/>
          </p:cNvSpPr>
          <p:nvPr>
            <p:ph type="title" idx="104" hasCustomPrompt="1"/>
          </p:nvPr>
        </p:nvSpPr>
        <p:spPr>
          <a:xfrm>
            <a:off x="640080" y="274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tx2"/>
                </a:solidFill>
              </a:rPr>
              <a:t>HTML &amp; CSS IMPLEMENTATION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HTML5 provides the structure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Semantic sections and EJS partials for shared layout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Forms for login, registration and complaint submission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Inputs, selects, tables and dynamic containers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Labels and required fields for accessibility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657600"/>
            <a:ext cx="5394960" cy="2560320"/>
          </a:xfrm>
          <a:prstGeom prst="rect">
            <a:avLst/>
          </a:prstGeom>
          <a:solidFill>
            <a:schemeClr val="bg2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7307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HTML FORM EXAMPLE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041648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&lt;form action="/login" method="POST"&gt;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&lt;label&gt;Username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&lt;input type="text" name="username" required&gt;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&lt;/label&gt;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&lt;label&gt;Password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&lt;input type="password" name="password" required&gt;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&lt;/label&gt;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&lt;button type="submit"&gt;Login&lt;/button&gt;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&lt;/form&gt;</a:t>
            </a:r>
            <a:endParaRPr lang="en-US" sz="1100" dirty="0"/>
          </a:p>
        </p:txBody>
      </p:sp>
      <p:sp>
        <p:nvSpPr>
          <p:cNvPr id="8" name="Image placeholder"/>
          <p:cNvSpPr/>
          <p:nvPr/>
        </p:nvSpPr>
        <p:spPr>
          <a:xfrm>
            <a:off x="6400800" y="1234440"/>
            <a:ext cx="5120640" cy="3566160"/>
          </a:xfrm>
          <a:prstGeom prst="rect">
            <a:avLst/>
          </a:prstGeom>
          <a:solidFill>
            <a:schemeClr val="bg2"/>
          </a:solidFill>
          <a:ln w="19050">
            <a:solidFill>
              <a:schemeClr val="tx2"/>
            </a:solidFill>
            <a:prstDash val="dash"/>
          </a:ln>
        </p:spPr>
      </p:sp>
      <p:sp>
        <p:nvSpPr>
          <p:cNvPr id="9" name="Image placeholder label"/>
          <p:cNvSpPr txBox="1"/>
          <p:nvPr/>
        </p:nvSpPr>
        <p:spPr>
          <a:xfrm>
            <a:off x="6583680" y="1234440"/>
            <a:ext cx="475488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PASTE IMAGE HERE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Login / Register page screenshot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400800"/>
            <a:ext cx="75895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417497D-A403-C74A-EEF1-DF9A95A92B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789" y="1086928"/>
            <a:ext cx="5296637" cy="38128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>
            <a:spLocks noGrp="1"/>
          </p:cNvSpPr>
          <p:nvPr>
            <p:ph type="title" idx="104" hasCustomPrompt="1"/>
          </p:nvPr>
        </p:nvSpPr>
        <p:spPr>
          <a:xfrm>
            <a:off x="640080" y="274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tx2"/>
                </a:solidFill>
              </a:rPr>
              <a:t>JAVASCRIPT – DOM, EVENTS &amp; DYNAMIC UI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Client-side interaction in the portal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5394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Event listeners handle click, change and submit actions.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DOM updates drive toast notifications, filters and loading indicators.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Search, filters and pagination keep long complaint lists easy to use.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Chart.js renders dashboard charts for admins.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5394960" cy="2468880"/>
          </a:xfrm>
          <a:prstGeom prst="rect">
            <a:avLst/>
          </a:prstGeom>
          <a:solidFill>
            <a:schemeClr val="bg2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822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JAVASCRIPT EVENT EXAMPLE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133088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form.addEventListener('submit', (e) =&gt;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(!form.checkValidity())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e.preventDefault();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showToast('Please fill all fields', 'error');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setTimeout(() =&gt; toast.remove(), 3000);</a:t>
            </a:r>
            <a:endParaRPr lang="en-US" sz="1100" dirty="0"/>
          </a:p>
        </p:txBody>
      </p:sp>
      <p:sp>
        <p:nvSpPr>
          <p:cNvPr id="8" name="Image placeholder"/>
          <p:cNvSpPr/>
          <p:nvPr/>
        </p:nvSpPr>
        <p:spPr>
          <a:xfrm>
            <a:off x="6400800" y="1234440"/>
            <a:ext cx="5120640" cy="4937760"/>
          </a:xfrm>
          <a:prstGeom prst="rect">
            <a:avLst/>
          </a:prstGeom>
          <a:solidFill>
            <a:schemeClr val="bg2"/>
          </a:solidFill>
          <a:ln w="19050">
            <a:solidFill>
              <a:schemeClr val="tx2"/>
            </a:solidFill>
            <a:prstDash val="dash"/>
          </a:ln>
        </p:spPr>
      </p:sp>
      <p:sp>
        <p:nvSpPr>
          <p:cNvPr id="9" name="Image placeholder label"/>
          <p:cNvSpPr txBox="1"/>
          <p:nvPr/>
        </p:nvSpPr>
        <p:spPr>
          <a:xfrm>
            <a:off x="6583680" y="1234440"/>
            <a:ext cx="4754880" cy="493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PASTE IMAGE HERE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Dashboard / complaints page screenshot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400800"/>
            <a:ext cx="75895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9885D76-D870-39D8-2FEE-9910CC5AD4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1" y="1234440"/>
            <a:ext cx="5148072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>
            <a:spLocks noGrp="1"/>
          </p:cNvSpPr>
          <p:nvPr>
            <p:ph type="title" idx="104" hasCustomPrompt="1"/>
          </p:nvPr>
        </p:nvSpPr>
        <p:spPr>
          <a:xfrm>
            <a:off x="640080" y="274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tx2"/>
                </a:solidFill>
              </a:rPr>
              <a:t>USER MODULES &amp; INTERFACES</a:t>
            </a:r>
            <a:endParaRPr lang="en-US" sz="2600" dirty="0"/>
          </a:p>
        </p:txBody>
      </p:sp>
      <p:sp>
        <p:nvSpPr>
          <p:cNvPr id="3" name="Image placeholder"/>
          <p:cNvSpPr/>
          <p:nvPr/>
        </p:nvSpPr>
        <p:spPr>
          <a:xfrm>
            <a:off x="640080" y="1234440"/>
            <a:ext cx="3502152" cy="2651760"/>
          </a:xfrm>
          <a:prstGeom prst="rect">
            <a:avLst/>
          </a:prstGeom>
          <a:solidFill>
            <a:schemeClr val="bg2"/>
          </a:solidFill>
          <a:ln w="19050">
            <a:solidFill>
              <a:schemeClr val="tx2"/>
            </a:solidFill>
            <a:prstDash val="dash"/>
          </a:ln>
        </p:spPr>
      </p:sp>
      <p:sp>
        <p:nvSpPr>
          <p:cNvPr id="4" name="Image placeholder label"/>
          <p:cNvSpPr txBox="1"/>
          <p:nvPr/>
        </p:nvSpPr>
        <p:spPr>
          <a:xfrm>
            <a:off x="822960" y="1234440"/>
            <a:ext cx="313639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PASTE IMAGE HERE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Student dashboard screenshot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023360"/>
            <a:ext cx="3502152" cy="201168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4023360"/>
            <a:ext cx="82296" cy="20116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411480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STUDENT PORTAL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617720"/>
            <a:ext cx="31363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Submit complaints • Track status • Profile • Change password</a:t>
            </a:r>
            <a:endParaRPr lang="en-US" sz="1400" dirty="0"/>
          </a:p>
        </p:txBody>
      </p:sp>
      <p:sp>
        <p:nvSpPr>
          <p:cNvPr id="9" name="Image placeholder"/>
          <p:cNvSpPr/>
          <p:nvPr/>
        </p:nvSpPr>
        <p:spPr>
          <a:xfrm>
            <a:off x="4343400" y="1234440"/>
            <a:ext cx="3502152" cy="2651760"/>
          </a:xfrm>
          <a:prstGeom prst="rect">
            <a:avLst/>
          </a:prstGeom>
          <a:solidFill>
            <a:schemeClr val="bg2"/>
          </a:solidFill>
          <a:ln w="19050">
            <a:solidFill>
              <a:schemeClr val="tx2"/>
            </a:solidFill>
            <a:prstDash val="dash"/>
          </a:ln>
        </p:spPr>
      </p:sp>
      <p:sp>
        <p:nvSpPr>
          <p:cNvPr id="10" name="Image placeholder label"/>
          <p:cNvSpPr txBox="1"/>
          <p:nvPr/>
        </p:nvSpPr>
        <p:spPr>
          <a:xfrm>
            <a:off x="4526280" y="1234440"/>
            <a:ext cx="313639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PASTE IMAGE HERE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Admin dashboard screenshot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43400" y="4023360"/>
            <a:ext cx="3502152" cy="201168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4023360"/>
            <a:ext cx="82296" cy="201168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0" y="411480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ADMIN PANEL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4617720"/>
            <a:ext cx="31363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Dashboard charts • Manage complaints • Status, priority &amp; remarks</a:t>
            </a:r>
            <a:endParaRPr lang="en-US" sz="1400" dirty="0"/>
          </a:p>
        </p:txBody>
      </p:sp>
      <p:sp>
        <p:nvSpPr>
          <p:cNvPr id="15" name="Image placeholder"/>
          <p:cNvSpPr/>
          <p:nvPr/>
        </p:nvSpPr>
        <p:spPr>
          <a:xfrm>
            <a:off x="8046720" y="1234440"/>
            <a:ext cx="3502152" cy="2651760"/>
          </a:xfrm>
          <a:prstGeom prst="rect">
            <a:avLst/>
          </a:prstGeom>
          <a:solidFill>
            <a:schemeClr val="bg2"/>
          </a:solidFill>
          <a:ln w="19050">
            <a:solidFill>
              <a:schemeClr val="tx2"/>
            </a:solidFill>
            <a:prstDash val="dash"/>
          </a:ln>
        </p:spPr>
      </p:sp>
      <p:sp>
        <p:nvSpPr>
          <p:cNvPr id="16" name="Image placeholder label"/>
          <p:cNvSpPr txBox="1"/>
          <p:nvPr/>
        </p:nvSpPr>
        <p:spPr>
          <a:xfrm>
            <a:off x="8229600" y="1234440"/>
            <a:ext cx="313639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PASTE IMAGE HERE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Reports page screenshot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46720" y="4023360"/>
            <a:ext cx="3502152" cy="201168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46720" y="4023360"/>
            <a:ext cx="82296" cy="20116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75320" y="411480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REPORTS &amp; STUDENTS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4617720"/>
            <a:ext cx="31363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Student management • Complaint reports • Search &amp; filters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400800"/>
            <a:ext cx="75895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F0457D9-E84F-84E1-24F4-75DA2E2BB0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234439"/>
            <a:ext cx="3538728" cy="269748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092CB99-735B-63A8-C225-55BB5AFB8B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8920" y="1188719"/>
            <a:ext cx="3554920" cy="269748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CE4B6203-2AE8-6A6E-3856-2AF318FB93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3952" y="1188719"/>
            <a:ext cx="3576256" cy="27432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>
            <a:spLocks noGrp="1"/>
          </p:cNvSpPr>
          <p:nvPr>
            <p:ph type="title" idx="104" hasCustomPrompt="1"/>
          </p:nvPr>
        </p:nvSpPr>
        <p:spPr>
          <a:xfrm>
            <a:off x="640080" y="274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tx2"/>
                </a:solidFill>
              </a:rPr>
              <a:t>METHODOLOGY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2"/>
                </a:solidFill>
              </a:rPr>
              <a:t>How the web application works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508760" cy="228600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22860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User Interface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56616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HTML + CSS + EJS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94560" y="3154680"/>
            <a:ext cx="274320" cy="32004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0" y="2194560"/>
            <a:ext cx="1508760" cy="228600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514600" y="22860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2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8036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Interaction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6616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JavaScript + DOM + Events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69080" y="3154680"/>
            <a:ext cx="274320" cy="32004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2194560"/>
            <a:ext cx="1508760" cy="228600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389120" y="22860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4434840" y="288036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Communication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356616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HTTP Forms + Routes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0" y="3154680"/>
            <a:ext cx="274320" cy="32004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2194560"/>
            <a:ext cx="1508760" cy="228600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263640" y="22860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4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288036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Server Logic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356616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Node.js + Express.js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818120" y="3154680"/>
            <a:ext cx="274320" cy="32004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38160" y="2194560"/>
            <a:ext cx="1508760" cy="228600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138160" y="22860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5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8183880" y="288036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Data Layer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183880" y="356616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MySQL (mysql2)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692640" y="3154680"/>
            <a:ext cx="274320" cy="32004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12680" y="2194560"/>
            <a:ext cx="1508760" cy="228600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10012680" y="22860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6</a:t>
            </a:r>
            <a:endParaRPr lang="en-US" sz="280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0" y="288036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Security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058400" y="356616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Sessions + bcryptjs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" y="493776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Development approach: design the interface → implement client-side behavior → connect routes and controllers → persist data in MySQL → add role-based security → test the complete flow.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400800"/>
            <a:ext cx="75895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>
            <a:spLocks noGrp="1"/>
          </p:cNvSpPr>
          <p:nvPr>
            <p:ph type="title" idx="104" hasCustomPrompt="1"/>
          </p:nvPr>
        </p:nvSpPr>
        <p:spPr>
          <a:xfrm>
            <a:off x="640080" y="274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tx2"/>
                </a:solidFill>
              </a:rPr>
              <a:t>SYSTEM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97280" y="1280160"/>
            <a:ext cx="9994392" cy="86868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280160" y="12801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CLIENT / FRONTEND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297680" y="128016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HTML5  •  CSS3  •  Vanilla JavaScript  •  EJS views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897880" y="2185416"/>
            <a:ext cx="384048" cy="201168"/>
          </a:xfrm>
          <a:prstGeom prst="down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423160"/>
            <a:ext cx="9994392" cy="86868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80160" y="24231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APPLICATION / ROUTES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242316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Node.js  •  Express.js  •  Routes → Controllers → Models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897880" y="3328416"/>
            <a:ext cx="384048" cy="201168"/>
          </a:xfrm>
          <a:prstGeom prst="down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3566160"/>
            <a:ext cx="9994392" cy="86868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280160" y="35661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DATA LAYER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356616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MySQL  •  mysql2 connection pool  •  parameterized queries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897880" y="4471416"/>
            <a:ext cx="384048" cy="201168"/>
          </a:xfrm>
          <a:prstGeom prst="down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7280" y="4709160"/>
            <a:ext cx="9994392" cy="86868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80160" y="47091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SECURITY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470916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Express Session  •  bcryptjs hashing  •  route guards  •  input validation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852160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Role-based access:  Student  |  Admin  |  Super Admin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400800"/>
            <a:ext cx="75895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>
            <a:spLocks noGrp="1"/>
          </p:cNvSpPr>
          <p:nvPr>
            <p:ph type="title" idx="104" hasCustomPrompt="1"/>
          </p:nvPr>
        </p:nvSpPr>
        <p:spPr>
          <a:xfrm>
            <a:off x="640080" y="274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tx2"/>
                </a:solidFill>
              </a:rPr>
              <a:t>TECHNOLOGIES USED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5349240" cy="91440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34440"/>
            <a:ext cx="82296" cy="9144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325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HTML5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Page structure &amp; forms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9632" y="1234440"/>
            <a:ext cx="5349240" cy="91440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199632" y="1234440"/>
            <a:ext cx="82296" cy="9144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28232" y="1325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CSS3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28232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Responsive UI &amp; visual design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331720"/>
            <a:ext cx="5349240" cy="91440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331720"/>
            <a:ext cx="82296" cy="9144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24231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Vanilla JavaScript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2788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DOM, events &amp; validation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99632" y="2331720"/>
            <a:ext cx="5349240" cy="91440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99632" y="2331720"/>
            <a:ext cx="82296" cy="9144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28232" y="24231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EJS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28232" y="2788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Server-side view templates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3429000"/>
            <a:ext cx="5349240" cy="91440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3429000"/>
            <a:ext cx="82296" cy="91440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3520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Node.js + Express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3886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Server &amp; routing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99632" y="3429000"/>
            <a:ext cx="5349240" cy="91440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199632" y="3429000"/>
            <a:ext cx="82296" cy="91440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28232" y="3520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MySQL (mysql2)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28232" y="3886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Persistent data storage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4526280"/>
            <a:ext cx="5349240" cy="91440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4526280"/>
            <a:ext cx="82296" cy="91440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4617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Express Session + bcryptjs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68680" y="4983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Authentication &amp; password security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199632" y="4526280"/>
            <a:ext cx="5349240" cy="914400"/>
          </a:xfrm>
          <a:prstGeom prst="rect">
            <a:avLst/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99632" y="4526280"/>
            <a:ext cx="82296" cy="91440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28232" y="4617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Chart.js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4983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Dashboard charts (CDN)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57607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Run locally:  http://localhost:3000   (npm install → npm start)</a:t>
            </a:r>
            <a:endParaRPr lang="en-US" sz="14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400800"/>
            <a:ext cx="75895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12188952" cy="7315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4688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SMART HOSTEL COMPLAINT MANAGEMENT SYSTEM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03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57200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tx2"/>
                </a:solidFill>
              </a:rPr>
              <a:t>THANK YOU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stelReview">
  <a:themeElements>
    <a:clrScheme name="HostelReview">
      <a:dk1>
        <a:srgbClr val="1F2937"/>
      </a:dk1>
      <a:lt1>
        <a:srgbClr val="FFFFFF"/>
      </a:lt1>
      <a:dk2>
        <a:srgbClr val="1B2F5E"/>
      </a:dk2>
      <a:lt2>
        <a:srgbClr val="F3F5FA"/>
      </a:lt2>
      <a:accent1>
        <a:srgbClr val="D32027"/>
      </a:accent1>
      <a:accent2>
        <a:srgbClr val="6B4FD8"/>
      </a:accent2>
      <a:accent3>
        <a:srgbClr val="2E9BC6"/>
      </a:accent3>
      <a:accent4>
        <a:srgbClr val="1E9E6A"/>
      </a:accent4>
      <a:accent5>
        <a:srgbClr val="F59E0B"/>
      </a:accent5>
      <a:accent6>
        <a:srgbClr val="6B7280"/>
      </a:accent6>
      <a:hlink>
        <a:srgbClr val="1B2F5E"/>
      </a:hlink>
      <a:folHlink>
        <a:srgbClr val="6B7280"/>
      </a:folHlink>
    </a:clrScheme>
    <a:fontScheme name="HostelReview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964</Words>
  <Application>Microsoft Office PowerPoint</Application>
  <PresentationFormat>Widescreen</PresentationFormat>
  <Paragraphs>154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HostelReview</vt:lpstr>
      <vt:lpstr>PowerPoint Presentation</vt:lpstr>
      <vt:lpstr>PROBLEM STATEMENT</vt:lpstr>
      <vt:lpstr>PROJECT OBJECTIVES</vt:lpstr>
      <vt:lpstr>ABSTRACT</vt:lpstr>
      <vt:lpstr>HTML &amp; CSS IMPLEMENTATION</vt:lpstr>
      <vt:lpstr>JAVASCRIPT – DOM, EVENTS &amp; DYNAMIC UI</vt:lpstr>
      <vt:lpstr>USER MODULES &amp; INTERFACES</vt:lpstr>
      <vt:lpstr>METHODOLOGY</vt:lpstr>
      <vt:lpstr>SYSTEM ARCHITECTURE</vt:lpstr>
      <vt:lpstr>TECHNOLOGIES USED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Hostel Complaint Management System</dc:title>
  <dc:subject>PptxGenJS Presentation</dc:subject>
  <dc:creator>PptxGenJS</dc:creator>
  <cp:lastModifiedBy>Dharshini G</cp:lastModifiedBy>
  <cp:revision>2</cp:revision>
  <dcterms:created xsi:type="dcterms:W3CDTF">2026-10-08T07:32:28Z</dcterms:created>
  <dcterms:modified xsi:type="dcterms:W3CDTF">2026-10-08T07:48:28Z</dcterms:modified>
</cp:coreProperties>
</file>